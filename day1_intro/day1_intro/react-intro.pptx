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6605-6355-4974-52BA-D7455787A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F1E61-DA29-592B-212D-334FB99E0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C18E5-9B0D-6E2C-EA47-AA5406C12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257EB-E841-71AA-8C88-253E2B2E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A4BF5-2637-C9E4-7FBF-E39C21B9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72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E92B-22DA-60B2-8F64-311616A0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1D66-C121-1DFF-08C0-7148F5FF9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AF8BF-9D67-541A-F014-93A552B7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31655-4F72-74A6-C6A2-31073E04B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C3539-0DB8-9864-CDDA-7D9503D2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32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6566B-0A89-7788-5639-C162EE67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C2191-D3E3-B028-7506-C1C8B1772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D40AC-43A3-8630-8BBF-7C183DF14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5D4F2-1DED-BF68-9774-61977327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0F99C-715C-476F-58B6-D06EE88D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29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E04BD-D225-E670-5106-FB377E7A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458AB-5F76-C042-D45E-9FAFB9404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6029B-E700-2DD2-ACCB-469A208DD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87F2D-FC4A-AFF8-081D-1478B43A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7B336-0E3B-508F-67A7-924223C87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1A6A8-F2B8-141A-A433-30F8CFB8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347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4C73D-437E-0670-19FE-72B53F868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E2F23-DE79-FDB0-69F8-B42566ADE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E0563-38FD-B9F8-648C-3165A0E7F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95297-1630-B30F-4BB7-BB1772025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3A8CD-7A81-28BA-6457-8FFCAAA3E9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D36A8-CECC-6BE9-2902-25634A47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B085A-E890-E8FC-C01F-217DDF36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C80EB-450D-6642-5EA6-9BC0C587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192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173C-3BD0-E7DE-3BEB-05B155117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DBC5A0-4EFA-70C2-04A3-0AA3EB77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BE628-8EFB-030D-175D-3542242E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969E2-4A69-4834-AA70-1D8DAD02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30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7ED37-90F6-6EE7-F448-97AB75A96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C00C9-0D75-ACF5-8CA3-77762BCF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258AF-7D55-816A-CEFD-1C7B80F2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9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C3C8F-0ACF-B94B-80D0-35C3D85E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D26CC-16AB-8370-3C7A-3FF6D6C73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724A6-9EE4-B45B-4D50-450F5662D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6E577-C170-A2A8-EF64-19922E56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D6E25-6F1B-94EC-8D0D-7CE50DE7D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95D21-8ADD-E719-5B48-6196740B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83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F57F1-1C2B-29A7-2224-EAEAA11A5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CDE95-0644-F8D2-E5DC-B17A36780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5CB87-726D-2BFD-5EF0-1762BCE87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08BF9-208D-9787-1993-B797B8DC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BE1B8-62BA-0015-8791-733A20CC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D4E75-E427-5736-979F-F10DEB7D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62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87AD-66AD-3713-324D-0C4A551A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4C5D9-C7FA-1A41-A435-C4B1CAA51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C6D54-A85A-C045-6EE5-F1061DFA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A7010-E3A2-C90E-AC4A-DEB95439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21FFD-7765-C244-0DA0-4AB9FE58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E04A6-999C-D08B-E84D-8D89F2117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E0655-94BB-0837-95A3-C9DDE3539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04F9B-81F4-6B2D-DFC6-EBC28696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3ACCC-53A5-646A-0A02-BEF13C57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7A4E1-0EDA-E82B-41A6-A15685FB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81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8D54D-C05B-A40C-408F-1643F3C0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6975D-0F8E-6715-CB23-CE2FEC05A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8B0F1-74E5-460F-9486-B5B87DF8B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4C52F-6044-4CE8-9E60-C9D8FD29A95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C1B9A-506D-504F-106A-E340A960B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1F490-51BC-6139-C344-F508C8565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769E0-1004-4E7F-A15A-CAA030B53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2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6C4EA5-8FDF-2FB3-1210-787653EC2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070" y="0"/>
            <a:ext cx="8893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23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56A2B1-C079-7FE4-4FE2-CAD11A008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9" y="0"/>
            <a:ext cx="121123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5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40FFD4-D06E-9476-3586-C9F8948D4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582" y="0"/>
            <a:ext cx="5854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2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452194-C0A0-4555-3D9D-17330B881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772" y="0"/>
            <a:ext cx="5594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5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257077-08F1-39FD-4A98-8E7BAC7FE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213" y="0"/>
            <a:ext cx="5601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7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EBA5F7-C662-B57C-AA51-8CE999ACC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26" y="0"/>
            <a:ext cx="5557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648B74-E9C5-B980-3F36-DD99668E8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131" y="0"/>
            <a:ext cx="58197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4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1DC437-C413-0EBC-69A5-A694E8A8D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051" y="0"/>
            <a:ext cx="5489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71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5D2D35-2B42-4026-C133-00D331185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086" y="0"/>
            <a:ext cx="54778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2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14E931-E91F-534A-8448-187F86F30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513" y="0"/>
            <a:ext cx="54949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7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D1297D-977A-7F10-AB9F-526A900BC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231" y="0"/>
            <a:ext cx="56555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60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D02120-D9BD-5CD5-0AC0-2E117E691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858" y="0"/>
            <a:ext cx="56122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78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5E645A-FE7B-2CBB-245C-CD70C2C9C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671" y="0"/>
            <a:ext cx="5596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8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9F12A7-3B70-3CBB-3E62-DE55608B7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526" y="0"/>
            <a:ext cx="6194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9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188FA-7566-1375-0DAE-A8B4154A5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863" y="0"/>
            <a:ext cx="5580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7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945714BB-7358-60CB-BF9A-EAA615059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292" y="0"/>
            <a:ext cx="5677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46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FA49F9-6E54-9508-2503-DDEF23AEC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099" y="0"/>
            <a:ext cx="5953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Patil</dc:creator>
  <cp:lastModifiedBy>Rohit Patil</cp:lastModifiedBy>
  <cp:revision>1</cp:revision>
  <dcterms:created xsi:type="dcterms:W3CDTF">2025-10-20T03:35:22Z</dcterms:created>
  <dcterms:modified xsi:type="dcterms:W3CDTF">2025-10-20T03:36:20Z</dcterms:modified>
</cp:coreProperties>
</file>